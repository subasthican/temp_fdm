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group and state the problem in plain language. Confirm institution and presenter names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 realistic example without inventing financial loss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model uses room assignments and booking changes, so discuss when those details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Mostipak’s Kaggle distribution and Antonio, de Almeida and Nunes (2019), DOI 10.1016/j.dib.2018.11.126. Raw cancellation rate is 37.04%; do not confuse the two populations.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no retraining occurs during a request. Four features are computed: total nights, long stay, weekend stay and high lead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ROC-AUC measures ranking; it is not percentage accuracy. Logistic Regression and Decision Tree were also compared. Engineering did not improve validation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is 67.8% and precision is 75.4%. Explain why staff judgement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http://127.0.0.1:5000. Do not promise that changing one input must increase risk. Demonstrate zero guests and a required missing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bands are interface conventions; predictions do not justify denying a booking. No measured financial gain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tests/test_app.py and SYSTEM_TEST_RESULTS.md. Model accuracy comes from the notebook, not the software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subgroup analysis, cost-based thresholds and production deployment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team guide for study allocation, not evidence of code authorship. Disclose coding-assistant support according to institutional rules. Each member explains an actual contribution and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STAYWISE · HOTEL BOOKING CANCELLATION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More predictable stays.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A practical decision-support system for hotel reservations.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Group presentation · IT3051 ·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A booking is not guaranteed occupancy.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Cancellations change expected room demand.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Uncertainty complicates staffing and room planning.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Reservation teams need a way to prioritize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WHO USES THE SOLUTION?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Built for reservation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Staff enter the details currently known about a booking.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Managers receive a cancellation estimate and next action.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People remain responsible for customer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DATA WE ANALYSED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Historical bookings provide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119,390 original records · City Hotel and Resort Hotel.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87,396 records remain after exact duplicate removal.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27.49% canceled in the cleaned data.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Arrivals span July 2015 to August 2017.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HOW THE SOLUTION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A consistent path from details to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Enter booking details → validate the input.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Apply the same preparation as the trained model.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Return estimated risk, likely outcome and follow-up.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Download the assessment for demonstration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MODEL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We selected the strongest validation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Compared four approaches on the same training folds.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Tuned Random Forest: validation ranking score 0.9125.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Baseline Random Forest: 0.9097; Extra Trees: 0.9058.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An untouched test partition checks the final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HELD-OUT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Useful evidence, with visible mistakes.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85.1% overall accuracy on 17,480 test bookings.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Identified 3,258 of 4,805 actual cancellations.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Missed 1,547 cancellations.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Flagged 1,061 bookings that were actually kept.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See a booking assessment in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0">
                <a:solidFill>
                  <a:srgbClr val="53685C"/>
                </a:solidFill>
                <a:latin typeface="Calibri"/>
              </a:defRPr>
            </a:pPr>
            <a:r>
              <a:t>•  Load the example booking and assess its risk.</a:t>
            </a:r>
          </a:p>
          <a:p>
            <a:pPr>
              <a:spcAft>
                <a:spcPts val="2000"/>
              </a:spcAft>
              <a:defRPr sz="2000" b="0">
                <a:solidFill>
                  <a:srgbClr val="53685C"/>
                </a:solidFill>
                <a:latin typeface="Calibri"/>
              </a:defRPr>
            </a:pPr>
            <a:r>
              <a:t>•  Explain probability, outcome and suggested follow-up.</a:t>
            </a:r>
          </a:p>
          <a:p>
            <a:pPr>
              <a:spcAft>
                <a:spcPts val="2000"/>
              </a:spcAft>
              <a:defRPr sz="2000" b="0">
                <a:solidFill>
                  <a:srgbClr val="53685C"/>
                </a:solidFill>
                <a:latin typeface="Calibri"/>
              </a:defRPr>
            </a:pPr>
            <a:r>
              <a:t>•  Change an input and reassess; show a validation error.</a:t>
            </a:r>
          </a:p>
          <a:p>
            <a:pPr>
              <a:spcAft>
                <a:spcPts val="2000"/>
              </a:spcAft>
              <a:defRPr sz="2000" b="0">
                <a:solidFill>
                  <a:srgbClr val="53685C"/>
                </a:solidFill>
                <a:latin typeface="Calibri"/>
              </a:defRPr>
            </a:pPr>
            <a:r>
              <a:t>•  Download the assessment as JSON.</a:t>
            </a:r>
          </a:p>
        </p:txBody>
      </p:sp>
      <p:pic>
        <p:nvPicPr>
          <p:cNvPr id="5" name="Picture 4" descr="desktop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60320"/>
            <a:ext cx="5303520" cy="368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BUSINESS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Turn risk into proportionate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Higher risk: prioritize a courteous confirmation.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Moderate risk: monitor changes and send reminders.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Lower risk: continue routine follow-up.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Pilot the workflow before changing business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SYSTEM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Reliable software is part of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Seven automated service tests pass.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Twenty historical bookings match direct model predictions.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Invalid values and missing fields receive clear errors.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Frontend and backend run together on one local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LIMITS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Validate locally before wider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Historical data may differ from today’s hotel operations.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Scores are not calibrated guarantees.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New hotels and identifiers require validation.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Next: recent data, temporal tests and a monitored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28654F"/>
                </a:solidFill>
                <a:latin typeface="Calibri"/>
              </a:defRPr>
            </a:pPr>
            <a:r>
              <a:t>TEAM CONTRIBUTIONS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352E"/>
                </a:solidFill>
                <a:latin typeface="Calibri"/>
              </a:defRPr>
            </a:pPr>
            <a:r>
              <a:t>Every member owns their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Manoharan Subasthican · IT23810778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Kuganesan Kageepan · IT23717572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Gowsika Surendran · IT23794566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Kokulan Seyon · IT23752672</a:t>
            </a:r>
          </a:p>
          <a:p>
            <a:pPr>
              <a:spcAft>
                <a:spcPts val="2000"/>
              </a:spcAft>
              <a:defRPr sz="2300" b="0">
                <a:solidFill>
                  <a:srgbClr val="53685C"/>
                </a:solidFill>
                <a:latin typeface="Calibri"/>
              </a:defRPr>
            </a:pPr>
            <a:r>
              <a:t>•  Confirm each member’s actual work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StayWise · Reservation intelligence · IT3051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000" b="0">
                <a:solidFill>
                  <a:srgbClr val="72817B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